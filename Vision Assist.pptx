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6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2263A"/>
                </a:solidFill>
                <a:latin typeface="Arial"/>
              </a:rPr>
              <a:t>Spurious changes/min vs distance from threshold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Changes / min</c:v>
                </c:pt>
              </c:strCache>
            </c:strRef>
          </c:tx>
          <c:spPr>
            <a:solidFill>
              <a:srgbClr val="1FA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0σ</c:v>
                  </c:pt>
                  <c:pt idx="1">
                    <c:v>0.5σ</c:v>
                  </c:pt>
                  <c:pt idx="2">
                    <c:v>1σ</c:v>
                  </c:pt>
                  <c:pt idx="3">
                    <c:v>2σ</c:v>
                  </c:pt>
                  <c:pt idx="4">
                    <c:v>3σ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</c:v>
                </c:pt>
                <c:pt idx="1">
                  <c:v>256</c:v>
                </c:pt>
                <c:pt idx="2">
                  <c:v>160</c:v>
                </c:pt>
                <c:pt idx="3">
                  <c:v>27</c:v>
                </c:pt>
                <c:pt idx="4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Assist reads a webcam, detects objects with YOLOv8 and narrates the scene on screen and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why stability matters for audio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Desktop app and web both reuse detector.py and scene.py.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 values from the paper: independent Gaussian jitter, 10 fps. Not measured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cost is the margin m, a few percent of frame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Assist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scene description that speaks what it sees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"very close: a person ahead, two chairs on the left"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1FA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is serial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listener cannot skim. Every extra or changing sentence costs attention.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554480"/>
            <a:ext cx="365760" cy="365760"/>
          </a:xfrm>
          <a:prstGeom prst="ellipse">
            <a:avLst/>
          </a:prstGeom>
          <a:solidFill>
            <a:srgbClr val="1FA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 jitter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10312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move a few pixels every frame, even on a still scene.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F2A3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are discrete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10312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"Left / ahead / right" and "close / near / far" turn jitter into different sentences.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226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frame or browser capture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55448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226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0312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Detections: label, confidence, box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FA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904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seen in 3 of last 5 frames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155448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FA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9496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+ proximity, grouped, max 4 phrases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226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3 s, repeat after 15 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path: browser → Node :3000 (proxy) → Python API :8001 (POST /analyze). The API analyzes each frame on its own, so it has no stabilizer.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chatter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near the left/ahead line flips wording between frames. Filtering labels does not fix it, because the zone is recomputed from each frame's box.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chair on the left"  ↔  "a chair ahead"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937760" y="1188720"/>
          <a:ext cx="3840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Remedy: hysteresis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1FA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Two-threshold rule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last reported zone until the box centre passes the line by a margin m. Same idea for proximity, on log area.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554480"/>
            <a:ext cx="365760" cy="365760"/>
          </a:xfrm>
          <a:prstGeom prst="ellipse">
            <a:avLst/>
          </a:prstGeom>
          <a:solidFill>
            <a:srgbClr val="F2A3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4068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(analytic)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10312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rate per frame falls to Φ(−m/σ): about 14/min at m = 2σ and 0.8/min at m = 3σ, versus 300/min with no margin. Cost: a small lag on real crossings.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desktop app, scene wording, speech cooldown, analysis API, Node proxy, web live mode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Scene/speaker tests pass (6/6); pytest, webcam and end-to-end runs still pending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measure real jitter σ, add hysteresis, run a study with blind and low-vision users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reports analysis only; no user study has been run.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Assist</dc:title>
  <dc:subject>PptxGenJS Presentation</dc:subject>
  <dc:creator>PptxGenJS</dc:creator>
  <cp:lastModifiedBy>PptxGenJS</cp:lastModifiedBy>
  <cp:revision>1</cp:revision>
  <dcterms:created xsi:type="dcterms:W3CDTF">2026-10-01T09:23:20Z</dcterms:created>
  <dcterms:modified xsi:type="dcterms:W3CDTF">2026-10-01T09:23:20Z</dcterms:modified>
</cp:coreProperties>
</file>